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0">
            <a:off x="609600" y="2824162"/>
            <a:ext cx="792480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6650" y="2090738"/>
            <a:ext cx="763833" cy="570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1063" y="1862138"/>
            <a:ext cx="61722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5625" b="1" spc="-112" kern="0" dirty="0">
                <a:solidFill>
                  <a:srgbClr val="F2F2F2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Flist</a:t>
            </a:r>
            <a:endParaRPr lang="en-US" sz="5625" dirty="0"/>
          </a:p>
        </p:txBody>
      </p:sp>
      <p:sp>
        <p:nvSpPr>
          <p:cNvPr id="5" name="Text 2"/>
          <p:cNvSpPr/>
          <p:nvPr/>
        </p:nvSpPr>
        <p:spPr>
          <a:xfrm>
            <a:off x="881063" y="2928938"/>
            <a:ext cx="27193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Windows용 항공편 관리 시스템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0">
            <a:off x="609600" y="709612"/>
            <a:ext cx="792480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2313" y="142875"/>
            <a:ext cx="702972" cy="4689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100013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2F2F2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3495675" y="1114425"/>
            <a:ext cx="2605088" cy="3629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770"/>
              </a:lnSpc>
              <a:buNone/>
            </a:pPr>
            <a:r>
              <a:rPr lang="en-US" sz="3000" b="1" spc="-6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소개</a:t>
            </a:r>
            <a:endParaRPr lang="en-US" sz="3000" dirty="0"/>
          </a:p>
          <a:p>
            <a:pPr algn="ctr" indent="0" marL="0">
              <a:lnSpc>
                <a:spcPts val="4770"/>
              </a:lnSpc>
              <a:buNone/>
            </a:pPr>
            <a:r>
              <a:rPr lang="en-US" sz="3000" b="1" spc="-6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제작동기</a:t>
            </a:r>
            <a:endParaRPr lang="en-US" sz="3000" dirty="0"/>
          </a:p>
          <a:p>
            <a:pPr algn="ctr" indent="0" marL="0">
              <a:lnSpc>
                <a:spcPts val="4770"/>
              </a:lnSpc>
              <a:buNone/>
            </a:pPr>
            <a:r>
              <a:rPr lang="en-US" sz="3000" b="1" spc="-6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자료구조</a:t>
            </a:r>
            <a:endParaRPr lang="en-US" sz="3000" dirty="0"/>
          </a:p>
          <a:p>
            <a:pPr algn="ctr" indent="0" marL="0">
              <a:lnSpc>
                <a:spcPts val="4770"/>
              </a:lnSpc>
              <a:buNone/>
            </a:pPr>
            <a:r>
              <a:rPr lang="en-US" sz="3000" b="1" spc="-6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주요 기능</a:t>
            </a:r>
            <a:endParaRPr lang="en-US" sz="3000" dirty="0"/>
          </a:p>
          <a:p>
            <a:pPr algn="ctr" indent="0" marL="0">
              <a:lnSpc>
                <a:spcPts val="4770"/>
              </a:lnSpc>
              <a:buNone/>
            </a:pPr>
            <a:r>
              <a:rPr lang="en-US" sz="3000" b="1" spc="-6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주요 코드</a:t>
            </a:r>
            <a:endParaRPr lang="en-US" sz="3000" dirty="0"/>
          </a:p>
          <a:p>
            <a:pPr algn="ctr" indent="0" marL="0">
              <a:lnSpc>
                <a:spcPts val="4770"/>
              </a:lnSpc>
              <a:buNone/>
            </a:pPr>
            <a:r>
              <a:rPr lang="en-US" sz="3000" b="1" spc="-6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마무리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0">
            <a:off x="609600" y="709612"/>
            <a:ext cx="792480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3275" y="142875"/>
            <a:ext cx="702971" cy="4689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100013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2F2F2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소개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3914775" y="1285875"/>
            <a:ext cx="176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-66" kern="0" dirty="0">
                <a:solidFill>
                  <a:srgbClr val="3CA1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Flist</a:t>
            </a:r>
            <a:pPr algn="l" indent="0" marL="0">
              <a:lnSpc>
                <a:spcPts val="3600"/>
              </a:lnSpc>
              <a:buNone/>
            </a:pPr>
            <a:r>
              <a:rPr lang="en-US" sz="3000" b="1" spc="-6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란?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38200" y="2381250"/>
            <a:ext cx="7920038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88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Flist는 비행을 뜻하는 영단어 </a:t>
            </a:r>
            <a:pPr algn="ctr" indent="0" marL="0">
              <a:lnSpc>
                <a:spcPts val="2475"/>
              </a:lnSpc>
              <a:buNone/>
            </a:pPr>
            <a:r>
              <a:rPr lang="en-US" sz="1875" b="1" spc="-37" kern="0" dirty="0">
                <a:solidFill>
                  <a:srgbClr val="3CA1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Flight</a:t>
            </a:r>
            <a:pPr algn="ctr" indent="0" marL="0">
              <a:lnSpc>
                <a:spcPts val="2228"/>
              </a:lnSpc>
              <a:buNone/>
            </a:pPr>
            <a:r>
              <a:rPr lang="en-US" sz="1688" b="1" spc="-34" kern="0" dirty="0">
                <a:solidFill>
                  <a:srgbClr val="3CA1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ts val="2228"/>
              </a:lnSpc>
              <a:buNone/>
            </a:pPr>
            <a:r>
              <a:rPr lang="en-US" sz="1688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와 목록을 뜻하는 영단어 </a:t>
            </a:r>
            <a:pPr algn="ctr" indent="0" marL="0">
              <a:lnSpc>
                <a:spcPts val="2475"/>
              </a:lnSpc>
              <a:buNone/>
            </a:pPr>
            <a:r>
              <a:rPr lang="en-US" sz="1875" b="1" spc="-37" kern="0" dirty="0">
                <a:solidFill>
                  <a:srgbClr val="3CA1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</a:t>
            </a:r>
            <a:pPr algn="ctr" indent="0" marL="0">
              <a:lnSpc>
                <a:spcPts val="2228"/>
              </a:lnSpc>
              <a:buNone/>
            </a:pPr>
            <a:r>
              <a:rPr lang="en-US" sz="1688" b="1" spc="-34" kern="0" dirty="0">
                <a:solidFill>
                  <a:srgbClr val="3CA1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ts val="2228"/>
              </a:lnSpc>
              <a:buNone/>
            </a:pPr>
            <a:r>
              <a:rPr lang="en-US" sz="1688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합친 단어입니다. 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619125" y="3109913"/>
            <a:ext cx="835818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3CA1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Flist 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는 Windows 환경에서 항공편을 직접 쉽고 간편하게 관리할 수 있는 도구입니다.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0">
            <a:off x="609600" y="709612"/>
            <a:ext cx="792480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0" y="142875"/>
            <a:ext cx="702971" cy="4689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100013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2F2F2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제작동기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028700" y="2571750"/>
            <a:ext cx="7543800" cy="561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88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“수많은 비행편을 직접 관리 하거나 원하는 것 만 볼 수 있는 프로그램을 만들어보자”</a:t>
            </a:r>
            <a:endParaRPr lang="en-US" sz="1688" dirty="0"/>
          </a:p>
          <a:p>
            <a:pPr algn="ctr" indent="0" marL="0">
              <a:lnSpc>
                <a:spcPts val="2228"/>
              </a:lnSpc>
              <a:buNone/>
            </a:pPr>
            <a:r>
              <a:rPr lang="en-US" sz="1688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라는 생각에서 이 프로젝트가 시작되었습니다.</a:t>
            </a:r>
            <a:endParaRPr lang="en-US" sz="16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0">
            <a:off x="609600" y="709612"/>
            <a:ext cx="792480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171825"/>
            <a:ext cx="7924800" cy="118586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963" y="142875"/>
            <a:ext cx="702971" cy="4689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" y="100013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2F2F2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자료구조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800100" y="1247775"/>
            <a:ext cx="302895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000" b="1" spc="-60" kern="0" dirty="0">
                <a:solidFill>
                  <a:srgbClr val="F2F2F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이중 연결 리스트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995363" y="2009775"/>
            <a:ext cx="7996237" cy="561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88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항공편을 나열하고 중간에 삽입되어야 하는 구조에서</a:t>
            </a:r>
            <a:endParaRPr lang="en-US" sz="1688" dirty="0"/>
          </a:p>
          <a:p>
            <a:pPr algn="l" indent="0" marL="0">
              <a:lnSpc>
                <a:spcPts val="2228"/>
              </a:lnSpc>
              <a:buNone/>
            </a:pPr>
            <a:r>
              <a:rPr lang="en-US" sz="1688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제일 적합하다고 판단했습니다.</a:t>
            </a:r>
            <a:endParaRPr lang="en-US" sz="168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0">
            <a:off x="609600" y="709612"/>
            <a:ext cx="792480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038225"/>
            <a:ext cx="2347913" cy="26860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913" y="2090738"/>
            <a:ext cx="2352675" cy="268605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688" y="142875"/>
            <a:ext cx="702971" cy="46891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9600" y="100013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2F2F2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기능</a:t>
            </a:r>
            <a:endParaRPr lang="en-US" sz="3600" dirty="0"/>
          </a:p>
        </p:txBody>
      </p:sp>
      <p:sp>
        <p:nvSpPr>
          <p:cNvPr id="7" name="Text 2"/>
          <p:cNvSpPr/>
          <p:nvPr/>
        </p:nvSpPr>
        <p:spPr>
          <a:xfrm>
            <a:off x="5948363" y="2205038"/>
            <a:ext cx="242887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-6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-항공편 추가</a:t>
            </a:r>
            <a:endParaRPr lang="en-US" sz="30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000" b="1" spc="-6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-항공편 삭제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0">
            <a:off x="609600" y="709612"/>
            <a:ext cx="792480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838325"/>
            <a:ext cx="3810000" cy="218122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1838325"/>
            <a:ext cx="4381500" cy="216217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363" y="142875"/>
            <a:ext cx="702971" cy="46891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9600" y="100013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2F2F2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코드</a:t>
            </a:r>
            <a:endParaRPr lang="en-US" sz="3600" dirty="0"/>
          </a:p>
        </p:txBody>
      </p:sp>
      <p:sp>
        <p:nvSpPr>
          <p:cNvPr id="7" name="Text 2"/>
          <p:cNvSpPr/>
          <p:nvPr/>
        </p:nvSpPr>
        <p:spPr>
          <a:xfrm>
            <a:off x="609600" y="800100"/>
            <a:ext cx="2695575" cy="347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063" b="1" spc="-41" kern="0" dirty="0">
                <a:solidFill>
                  <a:srgbClr val="F2F2F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연결리스트 </a:t>
            </a:r>
            <a:pPr algn="l" indent="0" marL="0">
              <a:lnSpc>
                <a:spcPts val="2723"/>
              </a:lnSpc>
              <a:buNone/>
            </a:pPr>
            <a:r>
              <a:rPr lang="en-US" sz="2063" b="1" spc="-41" kern="0" dirty="0">
                <a:solidFill>
                  <a:srgbClr val="3CA1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삽입</a:t>
            </a:r>
            <a:pPr algn="l" indent="0" marL="0">
              <a:lnSpc>
                <a:spcPts val="2723"/>
              </a:lnSpc>
              <a:buNone/>
            </a:pPr>
            <a:r>
              <a:rPr lang="en-US" sz="2063" b="1" spc="-41" kern="0" dirty="0">
                <a:solidFill>
                  <a:srgbClr val="F2F2F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함수</a:t>
            </a:r>
            <a:endParaRPr lang="en-US" sz="206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0">
            <a:off x="609600" y="709612"/>
            <a:ext cx="792480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888" y="1243013"/>
            <a:ext cx="4848225" cy="366236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088" y="142875"/>
            <a:ext cx="702971" cy="4689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" y="100013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2F2F2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코드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800100"/>
            <a:ext cx="2695575" cy="347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063" b="1" spc="-41" kern="0" dirty="0">
                <a:solidFill>
                  <a:srgbClr val="F2F2F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연결리스트 </a:t>
            </a:r>
            <a:pPr algn="l" indent="0" marL="0">
              <a:lnSpc>
                <a:spcPts val="2723"/>
              </a:lnSpc>
              <a:buNone/>
            </a:pPr>
            <a:r>
              <a:rPr lang="en-US" sz="2063" b="1" spc="-41" kern="0" dirty="0">
                <a:solidFill>
                  <a:srgbClr val="3CA1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삭제</a:t>
            </a:r>
            <a:pPr algn="l" indent="0" marL="0">
              <a:lnSpc>
                <a:spcPts val="2723"/>
              </a:lnSpc>
              <a:buNone/>
            </a:pPr>
            <a:r>
              <a:rPr lang="en-US" sz="2063" b="1" spc="-41" kern="0" dirty="0">
                <a:solidFill>
                  <a:srgbClr val="F2F2F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함수</a:t>
            </a:r>
            <a:endParaRPr lang="en-US" sz="206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0">
            <a:off x="609600" y="709612"/>
            <a:ext cx="792480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1438" y="0"/>
            <a:ext cx="765721" cy="573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100013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F2F2F2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014413" y="1633538"/>
            <a:ext cx="6586538" cy="561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88" b="1" spc="-34" kern="0" dirty="0">
                <a:solidFill>
                  <a:srgbClr val="F2F2F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연결리스트를 이용 하여 실제로 프로그램을 만들어 보면서 연결리스트에 대한 이해가 더 잘됐고 사용에 대한 자신감도 생겼다.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800100" y="919162"/>
            <a:ext cx="1495425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000" b="1" spc="-6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느낀점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00100" y="2838450"/>
            <a:ext cx="302895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000" b="1" spc="-6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나중에 추가할 점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14413" y="3552825"/>
            <a:ext cx="6586538" cy="1123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88" b="1" spc="-34" kern="0" dirty="0">
                <a:solidFill>
                  <a:srgbClr val="F2F2F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-GUI 개선</a:t>
            </a:r>
            <a:endParaRPr lang="en-US" sz="1688" dirty="0"/>
          </a:p>
          <a:p>
            <a:pPr algn="l" indent="0" marL="0">
              <a:lnSpc>
                <a:spcPts val="2228"/>
              </a:lnSpc>
              <a:buNone/>
            </a:pPr>
            <a:r>
              <a:rPr lang="en-US" sz="1688" b="1" spc="-34" kern="0" dirty="0">
                <a:solidFill>
                  <a:srgbClr val="F2F2F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-검색기능 추가</a:t>
            </a:r>
            <a:endParaRPr lang="en-US" sz="1688" dirty="0"/>
          </a:p>
          <a:p>
            <a:pPr algn="l" indent="0" marL="0">
              <a:lnSpc>
                <a:spcPts val="2228"/>
              </a:lnSpc>
              <a:buNone/>
            </a:pPr>
            <a:r>
              <a:rPr lang="en-US" sz="1688" b="1" spc="-34" kern="0" dirty="0">
                <a:solidFill>
                  <a:srgbClr val="F2F2F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-파일 입출력을 통한 데이터 저장 기능 추가</a:t>
            </a:r>
            <a:endParaRPr lang="en-US" sz="1688" dirty="0"/>
          </a:p>
          <a:p>
            <a:pPr algn="l" indent="0" marL="0">
              <a:lnSpc>
                <a:spcPts val="2228"/>
              </a:lnSpc>
              <a:buNone/>
            </a:pPr>
            <a:r>
              <a:rPr lang="en-US" sz="1688" b="1" spc="-34" kern="0" dirty="0">
                <a:solidFill>
                  <a:srgbClr val="F2F2F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-자료구조를 트리 등 검색시 더 빠른 구조로 변경</a:t>
            </a:r>
            <a:endParaRPr lang="en-US" sz="16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2025-11-26T14:44:22Z</dcterms:created>
  <dcterms:modified xsi:type="dcterms:W3CDTF">2025-11-26T14:44:22Z</dcterms:modified>
</cp:coreProperties>
</file>